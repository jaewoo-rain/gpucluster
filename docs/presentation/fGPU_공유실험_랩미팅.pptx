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solo (단독)</c:v>
                </c:pt>
              </c:strCache>
            </c:strRef>
          </c:tx>
          <c:spPr>
            <a:solidFill>
              <a:srgbClr val="007A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1D1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 · 0.4</c:v>
                  </c:pt>
                  <c:pt idx="1">
                    <c:v>B · 0.6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경합 (overlap)</c:v>
                </c:pt>
              </c:strCache>
            </c:strRef>
          </c:tx>
          <c:spPr>
            <a:solidFill>
              <a:srgbClr val="FF9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1D1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 · 0.4</c:v>
                  </c:pt>
                  <c:pt idx="1">
                    <c:v>B · 0.6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16.2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1D1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7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E6E7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· FRACTIONAL GPU SHARING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하나를 나눠 쓰면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정말 이득일까?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EAE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단독(solo) · 순차(A→B) · 동시(공유) 비교 실험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01168" cy="201168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A · ratio 0.4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4709160"/>
            <a:ext cx="201168" cy="201168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4041648" y="4617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B · ratio 0.6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3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랩미팅 발표  ·  학부연구생  ·  2026.06.11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GPU를 쪼개 쓰나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2F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842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💸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자원 낭비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8745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워크로드 하나가 GPU 전체를 다 쓰지 못해, 비싼 GPU에 메모리·연산이 남아돈다.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2F2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015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🔀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0" y="32918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Fractional 공유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Backend.AI식 fGPU — 한 GPU를 여러 컨테이너가 0.4 / 0.6 같은 분수 quota로 나눠 쓴다.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2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🪝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28800" y="47091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후크로 강제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7091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LD_PRELOAD 후크(libfgpu.so)가 cudaMalloc을 가로채 컨테이너별 메모리 quota를 강제한다.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메모리는 나눠도 SM(연산코어)은 공유된다. 그래서 “공유가 정말 이득인가”를 직접 측정해야 한다.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질문 &amp; 가설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무엇을, 어떻게 검증하나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RQ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78308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하나를 0.4 / 0.6으로 나눠 두 LLM 추론을 동시에 돌리면, 순차로 독점 실행하는 것보다 빠른가?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444240" cy="2103120"/>
          </a:xfrm>
          <a:prstGeom prst="roundRect">
            <a:avLst>
              <a:gd name="adj" fmla="val 5217"/>
            </a:avLst>
          </a:prstGeom>
          <a:solidFill>
            <a:srgbClr val="F2F2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3063240"/>
            <a:ext cx="91440" cy="210312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461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703320"/>
            <a:ext cx="294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컴퓨트 × 컴퓨트 → 손해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SM 풀로드면 경합으로 동시 실행이 순차보다 느려질 수 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8640" y="3063240"/>
            <a:ext cx="3444240" cy="2103120"/>
          </a:xfrm>
          <a:prstGeom prst="roundRect">
            <a:avLst>
              <a:gd name="adj" fmla="val 5217"/>
            </a:avLst>
          </a:prstGeom>
          <a:solidFill>
            <a:srgbClr val="F2F2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8640" y="3063240"/>
            <a:ext cx="91440" cy="2103120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4" name="Text 12"/>
          <p:cNvSpPr/>
          <p:nvPr/>
        </p:nvSpPr>
        <p:spPr>
          <a:xfrm>
            <a:off x="4632960" y="32461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C7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2960" y="3703320"/>
            <a:ext cx="294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× 컴퓨트 → 이득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32960" y="43434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한쪽이 GPU idle인 구간을 다른 쪽이 채우면 speedup &gt; 1.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77200" y="3063240"/>
            <a:ext cx="3444240" cy="2103120"/>
          </a:xfrm>
          <a:prstGeom prst="roundRect">
            <a:avLst>
              <a:gd name="adj" fmla="val 5217"/>
            </a:avLst>
          </a:prstGeom>
          <a:solidFill>
            <a:srgbClr val="F2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077200" y="3063240"/>
            <a:ext cx="91440" cy="210312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51520" y="32461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1520" y="3703320"/>
            <a:ext cx="294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합=1.0인데 물리 OOM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51520" y="4343400"/>
            <a:ext cx="294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hook은 ALLOW지만 CUDA context(~0.7GB×2)가 quota 밖 → driver OOM 가능.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이득 기준:  speedup = makespan(순차) / makespan(동시)  ≥  1.2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측정했나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2F2F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  실험 환경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RTX 4070 · 12 GB (단일 GPU, MIG 없음)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Jupyter 세션 2개 — A: ratio 0.4 / B: ratio 0.6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모델: Qwen2-0.5B-Instruct (bf16, ~1 GB)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LD_PRELOAD 후크 — 메모리 quota + duty-cycle 컴퓨트 throttle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caching off — 후크가 모든 alloc을 보게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F2F2F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📐  측정 (노트북 안 파이썬)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617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perf_counter → latency · makespan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tokens/sec 처리량 (생성 토큰 / 시간)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pynvml → GPU util · 메모리 폴링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프롬프트 · 20회 반복 + 워밍업 3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시나리오 동일 조건 → 상대 비교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설계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세 가지를 비교하나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44240" cy="2926080"/>
          </a:xfrm>
          <a:prstGeom prst="roundRect">
            <a:avLst>
              <a:gd name="adj" fmla="val 3750"/>
            </a:avLst>
          </a:prstGeom>
          <a:solidFill>
            <a:srgbClr val="F2F2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3444240" cy="10972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94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또는 B만 GPU 독점 실행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왜?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기준선(baseline). 각 워크로드의 단독 최대 성능 — 공유 효과를 잴 기준.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8640" y="1645920"/>
            <a:ext cx="3444240" cy="2926080"/>
          </a:xfrm>
          <a:prstGeom prst="roundRect">
            <a:avLst>
              <a:gd name="adj" fmla="val 3750"/>
            </a:avLst>
          </a:prstGeom>
          <a:solidFill>
            <a:srgbClr val="F2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4358640" y="1645920"/>
            <a:ext cx="3444240" cy="109728"/>
          </a:xfrm>
          <a:prstGeom prst="rect">
            <a:avLst/>
          </a:prstGeom>
          <a:solidFill>
            <a:srgbClr val="8E8E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960" y="187452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32960" y="2194560"/>
            <a:ext cx="294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A→B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32960" y="274320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끝낸 뒤 B 실행 (둘 다 독점)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32960" y="333756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왜?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대조군. “공유 안 하면”의 총 완료시간 = speedup의 분모. 자원을 시간으로 나눈 경우.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7200" y="1645920"/>
            <a:ext cx="3444240" cy="2926080"/>
          </a:xfrm>
          <a:prstGeom prst="roundRect">
            <a:avLst>
              <a:gd name="adj" fmla="val 3750"/>
            </a:avLst>
          </a:prstGeom>
          <a:solidFill>
            <a:srgbClr val="F2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7200" y="1645920"/>
            <a:ext cx="3444240" cy="109728"/>
          </a:xfrm>
          <a:prstGeom prst="rect">
            <a:avLst/>
          </a:prstGeom>
          <a:solidFill>
            <a:srgbClr val="34C759"/>
          </a:solidFill>
          <a:ln/>
        </p:spPr>
      </p:sp>
      <p:sp>
        <p:nvSpPr>
          <p:cNvPr id="18" name="Text 16"/>
          <p:cNvSpPr/>
          <p:nvPr/>
        </p:nvSpPr>
        <p:spPr>
          <a:xfrm>
            <a:off x="8351520" y="1874520"/>
            <a:ext cx="294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4C7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51520" y="2194560"/>
            <a:ext cx="294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(공유)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51520" y="2743200"/>
            <a:ext cx="294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A·B 동시 실행, fractional quota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1520" y="3337560"/>
            <a:ext cx="2941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4C7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왜?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실험군. 자원을 공간(메모리)으로 나눔. 이게 순차보다 빠르면 공유가 이득.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ratio 0.4 / 0.6인 이유: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합=1.0이라 admission 통과(오버구독 아님) + 비대칭 분배(0.5/0.5가 아님)로 불균형 효과까지 관찰.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solo=기준선, seq=대조군, conc=실험군 → 셋이 있어야 ‘공유 이득’을 분리 측정 가능.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측정의 함정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실행 결과, 그대로 믿으면 안 된다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A(0.4)는 B(0.6)보다 오래 걸려 </a:t>
            </a:r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B가 먼저 끝난다</a:t>
            </a:r>
            <a:pPr indent="0" marL="0">
              <a:buNone/>
            </a:pPr>
            <a:r>
              <a:rPr lang="en-US" sz="15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그 순간부터 A는 GPU를 독점해 빨라진다 — 같은 ‘동시’ 측정 안에서 </a:t>
            </a:r>
            <a:pPr indent="0" marL="0">
              <a:buNone/>
            </a:pPr>
            <a:r>
              <a:rPr lang="en-US" sz="1500" b="1" dirty="0">
                <a:solidFill>
                  <a:srgbClr val="FF9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속도가 2.7배 차이.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F2F2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· 0.6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2350008"/>
            <a:ext cx="5376672" cy="384048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350008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실행 (먼저 종료)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· 0.4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017520"/>
            <a:ext cx="5376672" cy="384048"/>
          </a:xfrm>
          <a:prstGeom prst="rect">
            <a:avLst/>
          </a:prstGeom>
          <a:solidFill>
            <a:srgbClr val="AAB7C4"/>
          </a:solidFill>
          <a:ln/>
        </p:spPr>
      </p:sp>
      <p:sp>
        <p:nvSpPr>
          <p:cNvPr id="11" name="Shape 9"/>
          <p:cNvSpPr/>
          <p:nvPr/>
        </p:nvSpPr>
        <p:spPr>
          <a:xfrm>
            <a:off x="7388352" y="3017520"/>
            <a:ext cx="3584448" cy="384048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3017520"/>
            <a:ext cx="5376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경합 (B와 동시)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88352" y="301752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 (drain)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88352" y="2286000"/>
            <a:ext cx="0" cy="1325880"/>
          </a:xfrm>
          <a:prstGeom prst="line">
            <a:avLst/>
          </a:prstGeom>
          <a:noFill/>
          <a:ln w="19050">
            <a:solidFill>
              <a:srgbClr val="FF3B3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748272" y="3639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3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종료 지점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913632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7.0 tok/s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8352" y="3913632"/>
            <a:ext cx="3584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18.9 tok/s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FF3E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7548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C75B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‘동시 A’ 평균 14.6 tok/s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경합(7.0)과 단독(18.9)이 섞인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오염된 평균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공유 상태의 실제 처리량은 ~7인데 2배로 부풀려진다 → 이대로면 실험이 부정확하다.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도는 구간만 잘라서 측정한다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4240" cy="2743200"/>
          </a:xfrm>
          <a:prstGeom prst="roundRect">
            <a:avLst>
              <a:gd name="adj" fmla="val 4000"/>
            </a:avLst>
          </a:prstGeom>
          <a:solidFill>
            <a:srgbClr val="F2F2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07A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분리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4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overlap_end = min(A 종료, B 종료) = 먼저 끝난 잡 시점. 각 iter를 overlap(경합) / drain(단독) / 경계(제외)로 분류.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1691640"/>
            <a:ext cx="3444240" cy="2743200"/>
          </a:xfrm>
          <a:prstGeom prst="roundRect">
            <a:avLst>
              <a:gd name="adj" fmla="val 4000"/>
            </a:avLst>
          </a:prstGeom>
          <a:solidFill>
            <a:srgbClr val="F2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32960" y="1920240"/>
            <a:ext cx="502920" cy="502920"/>
          </a:xfrm>
          <a:prstGeom prst="ellipse">
            <a:avLst/>
          </a:prstGeom>
          <a:solidFill>
            <a:srgbClr val="34C759"/>
          </a:solidFill>
          <a:ln/>
        </p:spPr>
      </p:sp>
      <p:sp>
        <p:nvSpPr>
          <p:cNvPr id="11" name="Text 9"/>
          <p:cNvSpPr/>
          <p:nvPr/>
        </p:nvSpPr>
        <p:spPr>
          <a:xfrm>
            <a:off x="463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2960" y="256032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처리량 재정의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2960" y="3063240"/>
            <a:ext cx="294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‘공유 상태 처리량’ = overlap 구간 토큰 ÷ 그 구간 wall-clock(단순 평균 아님). solo · overlap · drain 3자 비교.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77200" y="1691640"/>
            <a:ext cx="3444240" cy="2743200"/>
          </a:xfrm>
          <a:prstGeom prst="roundRect">
            <a:avLst>
              <a:gd name="adj" fmla="val 4000"/>
            </a:avLst>
          </a:prstGeom>
          <a:solidFill>
            <a:srgbClr val="F2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1520" y="1920240"/>
            <a:ext cx="502920" cy="502920"/>
          </a:xfrm>
          <a:prstGeom prst="ellipse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1520" y="2560320"/>
            <a:ext cx="294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throttle 분해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1520" y="3063240"/>
            <a:ext cx="2941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throttle은 유지(메모리+컴퓨트 둘 다). solo 대비 overlap 하락 = 순수 SM 경합 효과. fairness = min/max(overlap tps).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006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재수집 불필요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기존 CSV의 iter별 타임스탬프로 재분석만 추가하면 됨.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makespan·speedup은 그대로 유효하고, ‘공유 처리량’만 overlap 구간으로 재정의한다.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공유하면 각자 얼마나 느려지나 (실측)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tokens/sec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589520" y="237744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F2F2F7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18.0 → 7.0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31272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: 경합 시 solo의 39%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89520" y="3794760"/>
            <a:ext cx="3931920" cy="1188720"/>
          </a:xfrm>
          <a:prstGeom prst="roundRect">
            <a:avLst>
              <a:gd name="adj" fmla="val 9231"/>
            </a:avLst>
          </a:prstGeom>
          <a:solidFill>
            <a:srgbClr val="F2F2F7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977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5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27.1 → 16.2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863840" y="45445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: 경합 시 solo의 60%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완료시간(makespan) — 순차 vs 동시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느려져도(처리량↓) 둘이 </a:t>
            </a:r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 진행</a:t>
            </a:r>
            <a:pPr indent="0" marL="0">
              <a:buNone/>
            </a:pPr>
            <a:r>
              <a:rPr lang="en-US" sz="15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되니, 둘 다 끝나는 총 시간은 순차로 이어 돌린 것과 거의 같다.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2468880"/>
          </a:xfrm>
          <a:prstGeom prst="roundRect">
            <a:avLst>
              <a:gd name="adj" fmla="val 4444"/>
            </a:avLst>
          </a:prstGeom>
          <a:solidFill>
            <a:srgbClr val="F2F2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seq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2377440"/>
            <a:ext cx="4825991" cy="40233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377440"/>
            <a:ext cx="48259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142s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37671" y="2377440"/>
            <a:ext cx="3213927" cy="40233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0" name="Text 8"/>
          <p:cNvSpPr/>
          <p:nvPr/>
        </p:nvSpPr>
        <p:spPr>
          <a:xfrm>
            <a:off x="6837671" y="2377440"/>
            <a:ext cx="32139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95s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24750" y="23774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236.4s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conc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3063240"/>
            <a:ext cx="7611394" cy="402336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3063240"/>
            <a:ext cx="76113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224s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3502152"/>
            <a:ext cx="5132080" cy="402336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502152"/>
            <a:ext cx="513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151s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31552" y="3264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236.6s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54999" y="2286000"/>
            <a:ext cx="0" cy="1691640"/>
          </a:xfrm>
          <a:prstGeom prst="line">
            <a:avLst/>
          </a:prstGeom>
          <a:noFill/>
          <a:ln w="12700">
            <a:solidFill>
              <a:srgbClr val="8E8E9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2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순차 236.4s  ≈  동시 236.6s   →   speedup = 1.00×</a:t>
            </a:r>
            <a:pPr indent="0" marL="0">
              <a:buNone/>
            </a:pPr>
            <a:r>
              <a:rPr lang="en-US" sz="15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(시간 이득 없음 — 동시가 더 빠르지도 느리지도 않음)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이득이 없나 — GPU 포화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경합 시 A·B가 차지한 처리량을 각자 solo 대비 비율로 보면, 둘의 합이 GPU 100%를 꽉 채운다: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2F2F7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194560"/>
            <a:ext cx="3958438" cy="777240"/>
          </a:xfrm>
          <a:prstGeom prst="rect">
            <a:avLst/>
          </a:prstGeom>
          <a:solidFill>
            <a:srgbClr val="007AFF"/>
          </a:solidFill>
          <a:ln/>
        </p:spPr>
      </p:sp>
      <p:sp>
        <p:nvSpPr>
          <p:cNvPr id="7" name="Shape 5"/>
          <p:cNvSpPr/>
          <p:nvPr/>
        </p:nvSpPr>
        <p:spPr>
          <a:xfrm>
            <a:off x="4964278" y="2194560"/>
            <a:ext cx="6089904" cy="777240"/>
          </a:xfrm>
          <a:prstGeom prst="rect">
            <a:avLst/>
          </a:prstGeom>
          <a:solidFill>
            <a:srgbClr val="FF9500"/>
          </a:solidFill>
          <a:ln/>
        </p:spPr>
      </p:sp>
      <p:sp>
        <p:nvSpPr>
          <p:cNvPr id="8" name="Shape 6"/>
          <p:cNvSpPr/>
          <p:nvPr/>
        </p:nvSpPr>
        <p:spPr>
          <a:xfrm>
            <a:off x="11054182" y="2194560"/>
            <a:ext cx="101498" cy="777240"/>
          </a:xfrm>
          <a:prstGeom prst="rect">
            <a:avLst/>
          </a:prstGeom>
          <a:solidFill>
            <a:srgbClr val="D2D2D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94560"/>
            <a:ext cx="3958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 39%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64278" y="2194560"/>
            <a:ext cx="6089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  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39% + 60% = 99% ≈ 100%  →  GPU에 남는 여유 용량이 없다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2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51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결과 (H1)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663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GPU를 포화시키는 컴퓨트-바운드 추론 → 공유해도 처리량을 쪼개 가질 뿐, 공짜 이득 없음 (speedup 1.00×, 순차 makespan ≈ 동시).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406908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4251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C7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실험 (H2)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848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한쪽이 메모리·idle heavy면 점유율 합 &lt; 100% → 빈 곳을 메워 speedup &gt; 1 예상. 상보적 워크로드에서 ‘공유 이득’ 케이스 측정 예정.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fGPU 공유 실험 · 랩미팅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7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&amp; 결론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공유는 언제 이득인가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컴퓨트×컴퓨트 동시 = throughput 이득 없음 (speedup 1.00×, H1 실측 확정)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경합 시 점유율 합 ≈ 100% → GPU 이미 포화, 여유 용량 0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그래도 공유의 가치: 멀티테넌시(동시 작업) · 메모리 격리 · GPU 1장으로 N명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상보적 워크로드(한쪽 메모리·idle)면 speedup &gt; 1 예상 — 다음 실험(H2)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5E5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한계: SM 격리 없음 · caching off · 동시시작 skew · 단일 GPU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52120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4C75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 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공유는 ‘공짜 2배’가 아니다 — ⓐ 동시성·메모리 격리를 얻고, ⓑ 워크로드가 상보적일 때 throughput 이득을 얻는다.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fGPU Fractional 공유 실험</dc:title>
  <dc:subject>PptxGenJS Presentation</dc:subject>
  <dc:creator>학부연구생</dc:creator>
  <cp:lastModifiedBy>학부연구생</cp:lastModifiedBy>
  <cp:revision>1</cp:revision>
  <dcterms:created xsi:type="dcterms:W3CDTF">2026-06-11T09:10:47Z</dcterms:created>
  <dcterms:modified xsi:type="dcterms:W3CDTF">2026-06-11T09:10:47Z</dcterms:modified>
</cp:coreProperties>
</file>